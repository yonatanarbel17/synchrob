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1.xml" ContentType="application/vnd.openxmlformats-officedocument.drawingml.chart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364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176" y="6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Allocation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0B4D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0C0E-4B43-9728-141A303E6957}"/>
              </c:ext>
            </c:extLst>
          </c:dPt>
          <c:dPt>
            <c:idx val="1"/>
            <c:bubble3D val="0"/>
            <c:spPr>
              <a:solidFill>
                <a:srgbClr val="F0B42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0C0E-4B43-9728-141A303E6957}"/>
              </c:ext>
            </c:extLst>
          </c:dPt>
          <c:dPt>
            <c:idx val="2"/>
            <c:bubble3D val="0"/>
            <c:spPr>
              <a:solidFill>
                <a:srgbClr val="10B98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0C0E-4B43-9728-141A303E6957}"/>
              </c:ext>
            </c:extLst>
          </c:dPt>
          <c:cat>
            <c:strRef>
              <c:f>Sheet1!$A$2:$A$4</c:f>
              <c:strCache>
                <c:ptCount val="3"/>
                <c:pt idx="0">
                  <c:v>Marketing &amp; LinkedIn (65%)</c:v>
                </c:pt>
                <c:pt idx="1">
                  <c:v>AI Infrastructure (25%)</c:v>
                </c:pt>
                <c:pt idx="2">
                  <c:v>Strategic Buffer (10%)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65</c:v>
                </c:pt>
                <c:pt idx="1">
                  <c:v>25</c:v>
                </c:pt>
                <c:pt idx="2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0C0E-4B43-9728-141A303E695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E8ECF1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067024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eg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ecstatic-focused-goodall/mnt/synchro-assets/WhatsApp Image 2026-03-18 at 18.24.06.jpe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828800" y="457200"/>
            <a:ext cx="5486400" cy="25603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31089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i="1" kern="0" spc="2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Re-inventing. Start Re-integrating.</a:t>
            </a:r>
            <a:endParaRPr lang="en-US" sz="2000" dirty="0"/>
          </a:p>
        </p:txBody>
      </p:sp>
      <p:sp>
        <p:nvSpPr>
          <p:cNvPr id="4" name="Shape 1"/>
          <p:cNvSpPr/>
          <p:nvPr/>
        </p:nvSpPr>
        <p:spPr>
          <a:xfrm>
            <a:off x="3200400" y="3840480"/>
            <a:ext cx="2743200" cy="36576"/>
          </a:xfrm>
          <a:prstGeom prst="rect">
            <a:avLst/>
          </a:prstGeom>
          <a:solidFill>
            <a:srgbClr val="00B4D8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SynchroB?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37160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64592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marketplace where, with one prompt, a company that wishes to develop a feature will get the best existing technologies on the market for their need, and a solution on how to integrate it into their product.</a:t>
            </a:r>
            <a:endParaRPr lang="en-US" sz="2000" dirty="0"/>
          </a:p>
        </p:txBody>
      </p:sp>
      <p:pic>
        <p:nvPicPr>
          <p:cNvPr id="5" name="Image 0" descr="/sessions/ecstatic-focused-goodall/mnt/synchro-assets/WhatsApp Image 2026-03-18 at 18.24.06.jpe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0" y="3474720"/>
            <a:ext cx="3657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Team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685800"/>
            <a:ext cx="1097280" cy="36576"/>
          </a:xfrm>
          <a:prstGeom prst="rect">
            <a:avLst/>
          </a:prstGeom>
          <a:solidFill>
            <a:srgbClr val="00B4D8"/>
          </a:solidFill>
          <a:ln/>
        </p:spPr>
      </p:sp>
      <p:pic>
        <p:nvPicPr>
          <p:cNvPr id="4" name="Image 0" descr="/sessions/ecstatic-focused-goodall/mnt/synchro-assets/me.jpe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280160" y="868680"/>
            <a:ext cx="914400" cy="914400"/>
          </a:xfrm>
          <a:prstGeom prst="ellipse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18745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Jonathan Arbel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914400" y="210312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| CEO &amp; Innovation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914400" y="233172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7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B.Sc. CS (Data Science)</a:t>
            </a:r>
            <a:endParaRPr lang="en-US" sz="7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7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eToro Software Engineer</a:t>
            </a:r>
            <a:endParaRPr lang="en-US" sz="7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7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&amp; High-scale Systems</a:t>
            </a:r>
            <a:endParaRPr lang="en-US" sz="700" dirty="0"/>
          </a:p>
        </p:txBody>
      </p:sp>
      <p:pic>
        <p:nvPicPr>
          <p:cNvPr id="8" name="Image 1" descr="/sessions/ecstatic-focused-goodall/mnt/synchro-assets/nadav.jpe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840480" y="868680"/>
            <a:ext cx="914400" cy="914400"/>
          </a:xfrm>
          <a:prstGeom prst="ellipse">
            <a:avLst/>
          </a:prstGeom>
        </p:spPr>
      </p:pic>
      <p:sp>
        <p:nvSpPr>
          <p:cNvPr id="9" name="Text 5"/>
          <p:cNvSpPr/>
          <p:nvPr/>
        </p:nvSpPr>
        <p:spPr>
          <a:xfrm>
            <a:off x="3474720" y="18745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Nadav Levy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3474720" y="210312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Co-Founder | GTM &amp; Product</a:t>
            </a:r>
            <a:endParaRPr lang="en-US" sz="800" dirty="0"/>
          </a:p>
        </p:txBody>
      </p:sp>
      <p:sp>
        <p:nvSpPr>
          <p:cNvPr id="11" name="Text 7"/>
          <p:cNvSpPr/>
          <p:nvPr/>
        </p:nvSpPr>
        <p:spPr>
          <a:xfrm>
            <a:off x="3474720" y="233172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7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Success Lead at Bites</a:t>
            </a:r>
            <a:endParaRPr lang="en-US" sz="7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7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Strategy &amp; Account</a:t>
            </a:r>
            <a:endParaRPr lang="en-US" sz="7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7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Specialist</a:t>
            </a:r>
            <a:endParaRPr lang="en-US" sz="700" dirty="0"/>
          </a:p>
        </p:txBody>
      </p:sp>
      <p:pic>
        <p:nvPicPr>
          <p:cNvPr id="12" name="Image 2" descr="/sessions/ecstatic-focused-goodall/mnt/synchro-assets/Screenshot 2026-04-29 at 15.27.06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400800" y="868680"/>
            <a:ext cx="914400" cy="914400"/>
          </a:xfrm>
          <a:prstGeom prst="ellipse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035040" y="18745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Ohad Rosenfeld</a:t>
            </a:r>
            <a:endParaRPr lang="en-US" sz="1000" dirty="0"/>
          </a:p>
        </p:txBody>
      </p:sp>
      <p:sp>
        <p:nvSpPr>
          <p:cNvPr id="14" name="Text 9"/>
          <p:cNvSpPr/>
          <p:nvPr/>
        </p:nvSpPr>
        <p:spPr>
          <a:xfrm>
            <a:off x="6035040" y="210312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Co-Founder | Revenue</a:t>
            </a:r>
            <a:endParaRPr lang="en-US" sz="800" dirty="0"/>
          </a:p>
        </p:txBody>
      </p:sp>
      <p:sp>
        <p:nvSpPr>
          <p:cNvPr id="15" name="Text 10"/>
          <p:cNvSpPr/>
          <p:nvPr/>
        </p:nvSpPr>
        <p:spPr>
          <a:xfrm>
            <a:off x="6035040" y="233172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7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Ex-IAF</a:t>
            </a:r>
            <a:endParaRPr lang="en-US" sz="7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7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Sales Expert</a:t>
            </a:r>
            <a:endParaRPr lang="en-US" sz="7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7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Community-driven Growth</a:t>
            </a:r>
            <a:endParaRPr lang="en-US" sz="700" dirty="0"/>
          </a:p>
        </p:txBody>
      </p:sp>
      <p:sp>
        <p:nvSpPr>
          <p:cNvPr id="16" name="Text 11"/>
          <p:cNvSpPr/>
          <p:nvPr/>
        </p:nvSpPr>
        <p:spPr>
          <a:xfrm>
            <a:off x="457200" y="3154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4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ADVISORY BOARD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3474720" y="3429000"/>
            <a:ext cx="2194560" cy="18288"/>
          </a:xfrm>
          <a:prstGeom prst="rect">
            <a:avLst/>
          </a:prstGeom>
          <a:solidFill>
            <a:srgbClr val="8899AA"/>
          </a:solidFill>
          <a:ln/>
        </p:spPr>
      </p:sp>
      <p:pic>
        <p:nvPicPr>
          <p:cNvPr id="18" name="Image 3" descr="/sessions/ecstatic-focused-goodall/mnt/synchro-assets/1542223948312.jpe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2651760" y="3566160"/>
            <a:ext cx="777240" cy="777240"/>
          </a:xfrm>
          <a:prstGeom prst="ellipse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2286000" y="438912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Benny Arbel</a:t>
            </a:r>
            <a:endParaRPr lang="en-US" sz="900" dirty="0"/>
          </a:p>
        </p:txBody>
      </p:sp>
      <p:sp>
        <p:nvSpPr>
          <p:cNvPr id="20" name="Text 14"/>
          <p:cNvSpPr/>
          <p:nvPr/>
        </p:nvSpPr>
        <p:spPr>
          <a:xfrm>
            <a:off x="2286000" y="457200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 Entrepreneur</a:t>
            </a:r>
            <a:endParaRPr lang="en-US" sz="750" dirty="0"/>
          </a:p>
        </p:txBody>
      </p:sp>
      <p:sp>
        <p:nvSpPr>
          <p:cNvPr id="21" name="Text 15"/>
          <p:cNvSpPr/>
          <p:nvPr/>
        </p:nvSpPr>
        <p:spPr>
          <a:xfrm>
            <a:off x="2286000" y="47548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Years of Experience</a:t>
            </a:r>
            <a:endParaRPr lang="en-US" sz="700" dirty="0"/>
          </a:p>
        </p:txBody>
      </p:sp>
      <p:pic>
        <p:nvPicPr>
          <p:cNvPr id="22" name="Image 4" descr="/sessions/ecstatic-focused-goodall/mnt/synchro-assets/Screenshot 2026-04-29 at 15.30.57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5394960" y="3566160"/>
            <a:ext cx="777240" cy="777240"/>
          </a:xfrm>
          <a:prstGeom prst="ellipse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5029200" y="438912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Oren Carmel</a:t>
            </a:r>
            <a:endParaRPr lang="en-US" sz="900" dirty="0"/>
          </a:p>
        </p:txBody>
      </p:sp>
      <p:sp>
        <p:nvSpPr>
          <p:cNvPr id="24" name="Text 17"/>
          <p:cNvSpPr/>
          <p:nvPr/>
        </p:nvSpPr>
        <p:spPr>
          <a:xfrm>
            <a:off x="5029200" y="457200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 R&amp;D</a:t>
            </a:r>
            <a:endParaRPr lang="en-US" sz="750" dirty="0"/>
          </a:p>
        </p:txBody>
      </p:sp>
      <p:sp>
        <p:nvSpPr>
          <p:cNvPr id="25" name="Text 18"/>
          <p:cNvSpPr/>
          <p:nvPr/>
        </p:nvSpPr>
        <p:spPr>
          <a:xfrm>
            <a:off x="5029200" y="47548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Leading Tech Companies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09728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371600"/>
            <a:ext cx="2926080" cy="2743200"/>
          </a:xfrm>
          <a:prstGeom prst="rect">
            <a:avLst/>
          </a:prstGeom>
          <a:solidFill>
            <a:srgbClr val="141F30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4630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3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SIDE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Companies &amp; Their IP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2286000"/>
            <a:ext cx="2560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World-class tech gets buried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Trillions in lost IP value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760720" y="1371600"/>
            <a:ext cx="2926080" cy="2743200"/>
          </a:xfrm>
          <a:prstGeom prst="rect">
            <a:avLst/>
          </a:prstGeom>
          <a:solidFill>
            <a:srgbClr val="141F30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760720" y="14630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30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SEEKER SIDE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760720" y="18288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Needs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035040" y="2286000"/>
            <a:ext cx="2560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what already exists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$300B+ wasted on redundant R&amp;D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6+ months per feature rebuild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566160" y="1371600"/>
            <a:ext cx="2011680" cy="2743200"/>
          </a:xfrm>
          <a:prstGeom prst="rect">
            <a:avLst/>
          </a:prstGeom>
          <a:solidFill>
            <a:srgbClr val="EF4444">
              <a:alpha val="85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3566160" y="155448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</a:t>
            </a:r>
            <a:endParaRPr lang="en-US" sz="1400" dirty="0"/>
          </a:p>
        </p:txBody>
      </p:sp>
      <p:pic>
        <p:nvPicPr>
          <p:cNvPr id="14" name="Image 0" descr="/sessions/ecstatic-focused-goodall/mnt/synchro-assets/WhatsApp Image 2026-03-18 at 18.24.06.jpe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749040" y="2377440"/>
            <a:ext cx="1645920" cy="10972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9" grpId="0" animBg="1"/>
      <p:bldP spid="10" grpId="0" animBg="1"/>
      <p:bldP spid="11" grpId="0" animBg="1"/>
      <p:bldP spid="1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in Numbers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64592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Shape 2"/>
          <p:cNvSpPr/>
          <p:nvPr/>
        </p:nvSpPr>
        <p:spPr>
          <a:xfrm>
            <a:off x="1288870" y="1399032"/>
            <a:ext cx="2560320" cy="2926080"/>
          </a:xfrm>
          <a:prstGeom prst="rect">
            <a:avLst/>
          </a:prstGeom>
          <a:solidFill>
            <a:srgbClr val="141F30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288870" y="1371600"/>
            <a:ext cx="256032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6" name="Text 4"/>
          <p:cNvSpPr/>
          <p:nvPr/>
        </p:nvSpPr>
        <p:spPr>
          <a:xfrm>
            <a:off x="1288870" y="173736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$300B+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1288870" y="26517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Global Waste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88870" y="310896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redundant R&amp;D and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'reinventing the wheel'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521232" y="1371600"/>
            <a:ext cx="2560320" cy="2926080"/>
          </a:xfrm>
          <a:prstGeom prst="rect">
            <a:avLst/>
          </a:prstGeom>
          <a:solidFill>
            <a:srgbClr val="141F30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521232" y="1371600"/>
            <a:ext cx="256032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6" name="Text 14"/>
          <p:cNvSpPr/>
          <p:nvPr/>
        </p:nvSpPr>
        <p:spPr>
          <a:xfrm>
            <a:off x="5521232" y="173736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Months</a:t>
            </a:r>
            <a:endParaRPr lang="en-US" sz="4400" dirty="0"/>
          </a:p>
        </p:txBody>
      </p:sp>
      <p:sp>
        <p:nvSpPr>
          <p:cNvPr id="17" name="Text 15"/>
          <p:cNvSpPr/>
          <p:nvPr/>
        </p:nvSpPr>
        <p:spPr>
          <a:xfrm>
            <a:off x="5521232" y="26517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Time Saved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521232" y="310896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feature integration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SynchroB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371600"/>
            <a:ext cx="9144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b="1" kern="0" spc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7200" dirty="0"/>
          </a:p>
        </p:txBody>
      </p:sp>
      <p:sp>
        <p:nvSpPr>
          <p:cNvPr id="3" name="Shape 1"/>
          <p:cNvSpPr/>
          <p:nvPr/>
        </p:nvSpPr>
        <p:spPr>
          <a:xfrm>
            <a:off x="3200400" y="2926080"/>
            <a:ext cx="274320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32004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synchrob.onrender.com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 to MVP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09728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601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5-Month Roadmap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914400" y="2377440"/>
            <a:ext cx="694944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0120" y="2148840"/>
            <a:ext cx="457200" cy="45720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5544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27889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310896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 Engine</a:t>
            </a:r>
            <a:endParaRPr lang="en-US" sz="8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 cloning &amp; web scraping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606040" y="2148840"/>
            <a:ext cx="457200" cy="45720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2" name="Text 10"/>
          <p:cNvSpPr/>
          <p:nvPr/>
        </p:nvSpPr>
        <p:spPr>
          <a:xfrm>
            <a:off x="2606040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103120" y="15544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103120" y="27889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Scanning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103120" y="310896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Agent-based AI Audits</a:t>
            </a:r>
            <a:endParaRPr lang="en-US" sz="8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 extraction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251960" y="2148840"/>
            <a:ext cx="457200" cy="45720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7" name="Text 15"/>
          <p:cNvSpPr/>
          <p:nvPr/>
        </p:nvSpPr>
        <p:spPr>
          <a:xfrm>
            <a:off x="4251960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749040" y="15544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749040" y="27889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Generalization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749040" y="310896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 DNA Mapping</a:t>
            </a:r>
            <a:endParaRPr lang="en-US" sz="8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fingerprinting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897880" y="2148840"/>
            <a:ext cx="457200" cy="45720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22" name="Text 20"/>
          <p:cNvSpPr/>
          <p:nvPr/>
        </p:nvSpPr>
        <p:spPr>
          <a:xfrm>
            <a:off x="5897880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394960" y="15544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4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394960" y="27889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394960" y="310896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Prompt-to-Solution</a:t>
            </a:r>
            <a:endParaRPr lang="en-US" sz="8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ranking engine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7543800" y="2148840"/>
            <a:ext cx="457200" cy="45720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27" name="Text 25"/>
          <p:cNvSpPr/>
          <p:nvPr/>
        </p:nvSpPr>
        <p:spPr>
          <a:xfrm>
            <a:off x="7543800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040880" y="15544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5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040880" y="27889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Release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040880" y="310896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Launch</a:t>
            </a:r>
            <a:endParaRPr lang="en-US" sz="8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paying customers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Opportunity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37160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Shape 2"/>
          <p:cNvSpPr/>
          <p:nvPr/>
        </p:nvSpPr>
        <p:spPr>
          <a:xfrm>
            <a:off x="2286000" y="1280160"/>
            <a:ext cx="4572000" cy="3474720"/>
          </a:xfrm>
          <a:prstGeom prst="ellipse">
            <a:avLst/>
          </a:prstGeom>
          <a:solidFill>
            <a:srgbClr val="00B4D8">
              <a:alpha val="15000"/>
            </a:srgbClr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0" y="13716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TAM: $4.6 Trillion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286000" y="16916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Global IT Spending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017520" y="2103120"/>
            <a:ext cx="3108960" cy="2286000"/>
          </a:xfrm>
          <a:prstGeom prst="ellipse">
            <a:avLst/>
          </a:prstGeom>
          <a:solidFill>
            <a:srgbClr val="00B4D8">
              <a:alpha val="25000"/>
            </a:srgbClr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017520" y="22860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SAM: $675 Billion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017520" y="26060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SaaS &amp; Enterprise Software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657600" y="2926080"/>
            <a:ext cx="1828800" cy="1280160"/>
          </a:xfrm>
          <a:prstGeom prst="ellipse">
            <a:avLst/>
          </a:prstGeom>
          <a:solidFill>
            <a:srgbClr val="00B4D8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0" y="301752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A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$180M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657600" y="36576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A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Israeli &amp; European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0A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FinTech/Cyber Hubs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18872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Success-Based Commission on Every Licensing Deal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737360"/>
            <a:ext cx="2377440" cy="2286000"/>
          </a:xfrm>
          <a:prstGeom prst="rect">
            <a:avLst/>
          </a:prstGeom>
          <a:solidFill>
            <a:srgbClr val="141F30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737360"/>
            <a:ext cx="237744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01168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731520" y="28803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32004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$50K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474720" y="1737360"/>
            <a:ext cx="2377440" cy="2286000"/>
          </a:xfrm>
          <a:prstGeom prst="rect">
            <a:avLst/>
          </a:prstGeom>
          <a:solidFill>
            <a:srgbClr val="141F30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474720" y="1737360"/>
            <a:ext cx="2377440" cy="54864"/>
          </a:xfrm>
          <a:prstGeom prst="rect">
            <a:avLst/>
          </a:prstGeom>
          <a:solidFill>
            <a:srgbClr val="F0B429"/>
          </a:solidFill>
          <a:ln/>
        </p:spPr>
      </p:sp>
      <p:sp>
        <p:nvSpPr>
          <p:cNvPr id="12" name="Text 10"/>
          <p:cNvSpPr/>
          <p:nvPr/>
        </p:nvSpPr>
        <p:spPr>
          <a:xfrm>
            <a:off x="3474720" y="201168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5200" dirty="0"/>
          </a:p>
        </p:txBody>
      </p:sp>
      <p:sp>
        <p:nvSpPr>
          <p:cNvPr id="13" name="Text 11"/>
          <p:cNvSpPr/>
          <p:nvPr/>
        </p:nvSpPr>
        <p:spPr>
          <a:xfrm>
            <a:off x="3474720" y="28803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474720" y="32004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$50K - $200K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217920" y="1737360"/>
            <a:ext cx="2377440" cy="2286000"/>
          </a:xfrm>
          <a:prstGeom prst="rect">
            <a:avLst/>
          </a:prstGeom>
          <a:solidFill>
            <a:srgbClr val="141F30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17920" y="1737360"/>
            <a:ext cx="237744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7" name="Text 15"/>
          <p:cNvSpPr/>
          <p:nvPr/>
        </p:nvSpPr>
        <p:spPr>
          <a:xfrm>
            <a:off x="6217920" y="201168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7%</a:t>
            </a:r>
            <a:endParaRPr lang="en-US" sz="5200" dirty="0"/>
          </a:p>
        </p:txBody>
      </p:sp>
      <p:sp>
        <p:nvSpPr>
          <p:cNvPr id="18" name="Text 16"/>
          <p:cNvSpPr/>
          <p:nvPr/>
        </p:nvSpPr>
        <p:spPr>
          <a:xfrm>
            <a:off x="6217920" y="28803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217920" y="32004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$200K+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0" y="42976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Performance-driven. Aligned with customer success.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Interest &amp; Validation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64592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12801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Early-Stage Interest from Leading Organizations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069771" y="2011680"/>
            <a:ext cx="2926080" cy="2286000"/>
          </a:xfrm>
          <a:prstGeom prst="rect">
            <a:avLst/>
          </a:prstGeom>
          <a:solidFill>
            <a:srgbClr val="141F30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6" name="Image 0" descr="/sessions/ecstatic-focused-goodall/mnt/synchro-assets/Logo_of_the_Young_Presidents_Organization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344091" y="2286000"/>
            <a:ext cx="2377440" cy="11887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069771" y="36576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Young Presidents' Organization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Landscape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46304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Shape 2"/>
          <p:cNvSpPr/>
          <p:nvPr/>
        </p:nvSpPr>
        <p:spPr>
          <a:xfrm>
            <a:off x="1097280" y="1280160"/>
            <a:ext cx="6949440" cy="3474720"/>
          </a:xfrm>
          <a:prstGeom prst="rect">
            <a:avLst/>
          </a:prstGeom>
          <a:solidFill>
            <a:srgbClr val="141F30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0" y="1280160"/>
            <a:ext cx="0" cy="3474720"/>
          </a:xfrm>
          <a:prstGeom prst="line">
            <a:avLst/>
          </a:prstGeom>
          <a:noFill/>
          <a:ln w="12700">
            <a:solidFill>
              <a:srgbClr val="8899A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7280" y="3017520"/>
            <a:ext cx="6949440" cy="0"/>
          </a:xfrm>
          <a:prstGeom prst="line">
            <a:avLst/>
          </a:prstGeom>
          <a:noFill/>
          <a:ln w="12700">
            <a:solidFill>
              <a:srgbClr val="8899A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1005840"/>
            <a:ext cx="6949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(AI)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7280" y="4800600"/>
            <a:ext cx="6949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(Marketplace)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91440" y="27432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138160" y="27432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5852160" y="1463040"/>
            <a:ext cx="1828800" cy="640080"/>
          </a:xfrm>
          <a:prstGeom prst="rect">
            <a:avLst/>
          </a:prstGeom>
          <a:solidFill>
            <a:srgbClr val="00B4D8">
              <a:alpha val="20000"/>
            </a:srgbClr>
          </a:solidFill>
          <a:ln w="254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011680" y="164592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Sourcegraph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383280" y="201168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StackShare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828800" y="347472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108960" y="384048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Capterra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011680" y="420624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Libraries.io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669280" y="365760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Zapier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00800" y="329184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MuleSoft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989320" y="1572768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SynchroB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Needs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188720" cy="36576"/>
          </a:xfrm>
          <a:prstGeom prst="rect">
            <a:avLst/>
          </a:prstGeom>
          <a:solidFill>
            <a:srgbClr val="00B4D8"/>
          </a:solidFill>
          <a:ln/>
        </p:spPr>
      </p:sp>
      <p:graphicFrame>
        <p:nvGraphicFramePr>
          <p:cNvPr id="4" name="Chart 0"/>
          <p:cNvGraphicFramePr/>
          <p:nvPr/>
        </p:nvGraphicFramePr>
        <p:xfrm>
          <a:off x="274320" y="1188720"/>
          <a:ext cx="384048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5" name="Image 0" descr="/sessions/ecstatic-focused-goodall/mnt/synchro-assets/Screenshot 2026-04-29 at 15.34.02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206240" y="1097280"/>
            <a:ext cx="45720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ecstatic-focused-goodall/mnt/synchro-assets/WhatsApp Image 2026-03-18 at 18.24.06.jpe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828800" y="731520"/>
            <a:ext cx="5486400" cy="2286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200400" y="3200400"/>
            <a:ext cx="274320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Text 1"/>
          <p:cNvSpPr/>
          <p:nvPr/>
        </p:nvSpPr>
        <p:spPr>
          <a:xfrm>
            <a:off x="0" y="34747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i="1" kern="0" spc="2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Re-inventing. Start Re-integrating.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2517</TotalTime>
  <Words>382</Words>
  <Application>Microsoft Macintosh PowerPoint</Application>
  <PresentationFormat>On-screen Show (16:9)</PresentationFormat>
  <Paragraphs>130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SynchroB Pitch Deck</dc:title>
  <dc:subject>PptxGenJS Presentation</dc:subject>
  <dc:creator>SynchroB</dc:creator>
  <cp:lastModifiedBy>Yonatan Arbel</cp:lastModifiedBy>
  <cp:revision>4</cp:revision>
  <dcterms:created xsi:type="dcterms:W3CDTF">2026-04-29T13:20:51Z</dcterms:created>
  <dcterms:modified xsi:type="dcterms:W3CDTF">2026-05-01T07:21:29Z</dcterms:modified>
</cp:coreProperties>
</file>